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0"/>
  </p:notesMasterIdLst>
  <p:sldIdLst>
    <p:sldId id="256" r:id="rId2"/>
    <p:sldId id="257" r:id="rId3"/>
    <p:sldId id="263" r:id="rId4"/>
    <p:sldId id="260" r:id="rId5"/>
    <p:sldId id="262" r:id="rId6"/>
    <p:sldId id="264" r:id="rId7"/>
    <p:sldId id="265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07" autoAdjust="0"/>
    <p:restoredTop sz="94660"/>
  </p:normalViewPr>
  <p:slideViewPr>
    <p:cSldViewPr snapToGrid="0">
      <p:cViewPr varScale="1">
        <p:scale>
          <a:sx n="78" d="100"/>
          <a:sy n="78" d="100"/>
        </p:scale>
        <p:origin x="9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0E80B4-3D89-4F30-88DD-10D2CB9CA20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101688F-FC5C-46B6-91E5-C0017FE6E4C4}">
      <dgm:prSet/>
      <dgm:spPr/>
      <dgm:t>
        <a:bodyPr/>
        <a:lstStyle/>
        <a:p>
          <a:r>
            <a:rPr lang="en-US" dirty="0"/>
            <a:t>Rayansh Singh</a:t>
          </a:r>
        </a:p>
      </dgm:t>
    </dgm:pt>
    <dgm:pt modelId="{0DD070DA-E449-47EA-ABE1-20B55F48FE4D}" type="parTrans" cxnId="{B3B21249-6245-4ADD-8F47-9B0540B2035A}">
      <dgm:prSet/>
      <dgm:spPr/>
      <dgm:t>
        <a:bodyPr/>
        <a:lstStyle/>
        <a:p>
          <a:endParaRPr lang="en-US"/>
        </a:p>
      </dgm:t>
    </dgm:pt>
    <dgm:pt modelId="{1D833FBD-2B75-4AD7-8D44-53AE8A1F0DF7}" type="sibTrans" cxnId="{B3B21249-6245-4ADD-8F47-9B0540B2035A}">
      <dgm:prSet/>
      <dgm:spPr/>
      <dgm:t>
        <a:bodyPr/>
        <a:lstStyle/>
        <a:p>
          <a:endParaRPr lang="en-US"/>
        </a:p>
      </dgm:t>
    </dgm:pt>
    <dgm:pt modelId="{9E22864C-0BDA-484F-8525-168680B866E2}">
      <dgm:prSet/>
      <dgm:spPr/>
      <dgm:t>
        <a:bodyPr/>
        <a:lstStyle/>
        <a:p>
          <a:r>
            <a:rPr lang="en-US" dirty="0"/>
            <a:t>Aryan Nale</a:t>
          </a:r>
        </a:p>
      </dgm:t>
    </dgm:pt>
    <dgm:pt modelId="{1C0BF6B5-20D6-4FA1-A321-3E648CBD5B87}" type="parTrans" cxnId="{B897E70A-7E6B-48AC-9047-C3D21B694C34}">
      <dgm:prSet/>
      <dgm:spPr/>
      <dgm:t>
        <a:bodyPr/>
        <a:lstStyle/>
        <a:p>
          <a:endParaRPr lang="en-US"/>
        </a:p>
      </dgm:t>
    </dgm:pt>
    <dgm:pt modelId="{4E17D764-BFBB-4E22-AD77-A89F4694E3A2}" type="sibTrans" cxnId="{B897E70A-7E6B-48AC-9047-C3D21B694C34}">
      <dgm:prSet/>
      <dgm:spPr/>
      <dgm:t>
        <a:bodyPr/>
        <a:lstStyle/>
        <a:p>
          <a:endParaRPr lang="en-US"/>
        </a:p>
      </dgm:t>
    </dgm:pt>
    <dgm:pt modelId="{DBCC3A8C-4EAD-4281-98A2-C7E90938F9DB}">
      <dgm:prSet/>
      <dgm:spPr/>
      <dgm:t>
        <a:bodyPr/>
        <a:lstStyle/>
        <a:p>
          <a:r>
            <a:rPr lang="en-US" dirty="0"/>
            <a:t>Darsh Askand</a:t>
          </a:r>
        </a:p>
      </dgm:t>
    </dgm:pt>
    <dgm:pt modelId="{6622D5CC-5886-4FBD-A79A-2AFB1E48BFF1}" type="parTrans" cxnId="{91E2F53F-424B-471D-8FBF-4C488DE5569E}">
      <dgm:prSet/>
      <dgm:spPr/>
      <dgm:t>
        <a:bodyPr/>
        <a:lstStyle/>
        <a:p>
          <a:endParaRPr lang="en-US"/>
        </a:p>
      </dgm:t>
    </dgm:pt>
    <dgm:pt modelId="{A1897D47-1F59-4B3B-BC17-51C8FA561B89}" type="sibTrans" cxnId="{91E2F53F-424B-471D-8FBF-4C488DE5569E}">
      <dgm:prSet/>
      <dgm:spPr/>
      <dgm:t>
        <a:bodyPr/>
        <a:lstStyle/>
        <a:p>
          <a:endParaRPr lang="en-US"/>
        </a:p>
      </dgm:t>
    </dgm:pt>
    <dgm:pt modelId="{17BA181A-729D-4E6F-B0B2-9652294F393F}">
      <dgm:prSet/>
      <dgm:spPr/>
      <dgm:t>
        <a:bodyPr/>
        <a:lstStyle/>
        <a:p>
          <a:r>
            <a:rPr lang="en-US"/>
            <a:t>Ishan Kodre</a:t>
          </a:r>
        </a:p>
      </dgm:t>
    </dgm:pt>
    <dgm:pt modelId="{29897F6C-F222-4E62-ABCD-557D4308C5E1}" type="parTrans" cxnId="{1F83409F-0F88-47E9-9A95-8D7BCFC9E9AC}">
      <dgm:prSet/>
      <dgm:spPr/>
      <dgm:t>
        <a:bodyPr/>
        <a:lstStyle/>
        <a:p>
          <a:endParaRPr lang="en-US"/>
        </a:p>
      </dgm:t>
    </dgm:pt>
    <dgm:pt modelId="{DAB82A38-AF0B-41B3-9DE7-EFFB4E6E4817}" type="sibTrans" cxnId="{1F83409F-0F88-47E9-9A95-8D7BCFC9E9AC}">
      <dgm:prSet/>
      <dgm:spPr/>
      <dgm:t>
        <a:bodyPr/>
        <a:lstStyle/>
        <a:p>
          <a:endParaRPr lang="en-US"/>
        </a:p>
      </dgm:t>
    </dgm:pt>
    <dgm:pt modelId="{4EA28A5A-E5BF-4E95-A687-71AFC89A59F6}">
      <dgm:prSet/>
      <dgm:spPr/>
      <dgm:t>
        <a:bodyPr/>
        <a:lstStyle/>
        <a:p>
          <a:r>
            <a:rPr lang="en-US"/>
            <a:t>Varad Kodre</a:t>
          </a:r>
        </a:p>
      </dgm:t>
    </dgm:pt>
    <dgm:pt modelId="{5A434E8A-1C41-4617-B11A-2B2D745C02C4}" type="parTrans" cxnId="{82B15317-CCA9-4E93-85E0-9F1889B0FFE3}">
      <dgm:prSet/>
      <dgm:spPr/>
      <dgm:t>
        <a:bodyPr/>
        <a:lstStyle/>
        <a:p>
          <a:endParaRPr lang="en-US"/>
        </a:p>
      </dgm:t>
    </dgm:pt>
    <dgm:pt modelId="{6D31AF66-063B-48F0-BD60-A02040D06DDA}" type="sibTrans" cxnId="{82B15317-CCA9-4E93-85E0-9F1889B0FFE3}">
      <dgm:prSet/>
      <dgm:spPr/>
      <dgm:t>
        <a:bodyPr/>
        <a:lstStyle/>
        <a:p>
          <a:endParaRPr lang="en-US"/>
        </a:p>
      </dgm:t>
    </dgm:pt>
    <dgm:pt modelId="{9BD5348D-6928-4F91-8EB1-B9C16C6BB830}">
      <dgm:prSet/>
      <dgm:spPr/>
      <dgm:t>
        <a:bodyPr/>
        <a:lstStyle/>
        <a:p>
          <a:r>
            <a:rPr lang="en-US"/>
            <a:t>Rishit Singh</a:t>
          </a:r>
        </a:p>
      </dgm:t>
    </dgm:pt>
    <dgm:pt modelId="{F729FC7A-974A-48E9-8951-20208B35216E}" type="parTrans" cxnId="{20C679F1-2B30-4D35-A6FF-B5652E6853A5}">
      <dgm:prSet/>
      <dgm:spPr/>
      <dgm:t>
        <a:bodyPr/>
        <a:lstStyle/>
        <a:p>
          <a:endParaRPr lang="en-US"/>
        </a:p>
      </dgm:t>
    </dgm:pt>
    <dgm:pt modelId="{250BD031-2A7B-4D40-A0CB-8C441B726284}" type="sibTrans" cxnId="{20C679F1-2B30-4D35-A6FF-B5652E6853A5}">
      <dgm:prSet/>
      <dgm:spPr/>
      <dgm:t>
        <a:bodyPr/>
        <a:lstStyle/>
        <a:p>
          <a:endParaRPr lang="en-US"/>
        </a:p>
      </dgm:t>
    </dgm:pt>
    <dgm:pt modelId="{9186E0FC-A044-487B-B9F1-CF88567BE540}">
      <dgm:prSet/>
      <dgm:spPr/>
      <dgm:t>
        <a:bodyPr/>
        <a:lstStyle/>
        <a:p>
          <a:r>
            <a:rPr lang="en-US"/>
            <a:t>Atharva Kawade</a:t>
          </a:r>
        </a:p>
      </dgm:t>
    </dgm:pt>
    <dgm:pt modelId="{9AB1FA87-F5B5-4CCB-8260-E890F02CB03A}" type="parTrans" cxnId="{684A462E-A513-49FB-AF87-EA2868D808C7}">
      <dgm:prSet/>
      <dgm:spPr/>
      <dgm:t>
        <a:bodyPr/>
        <a:lstStyle/>
        <a:p>
          <a:endParaRPr lang="en-US"/>
        </a:p>
      </dgm:t>
    </dgm:pt>
    <dgm:pt modelId="{99313257-977E-4683-BF39-AFC74255BC31}" type="sibTrans" cxnId="{684A462E-A513-49FB-AF87-EA2868D808C7}">
      <dgm:prSet/>
      <dgm:spPr/>
      <dgm:t>
        <a:bodyPr/>
        <a:lstStyle/>
        <a:p>
          <a:endParaRPr lang="en-US"/>
        </a:p>
      </dgm:t>
    </dgm:pt>
    <dgm:pt modelId="{083574C0-67B6-4141-BB0D-4A396504F913}" type="pres">
      <dgm:prSet presAssocID="{8A0E80B4-3D89-4F30-88DD-10D2CB9CA209}" presName="Name0" presStyleCnt="0">
        <dgm:presLayoutVars>
          <dgm:dir/>
          <dgm:animLvl val="lvl"/>
          <dgm:resizeHandles val="exact"/>
        </dgm:presLayoutVars>
      </dgm:prSet>
      <dgm:spPr/>
    </dgm:pt>
    <dgm:pt modelId="{B3F6DC8B-2E26-4B12-919F-2DAF09E03FB6}" type="pres">
      <dgm:prSet presAssocID="{9101688F-FC5C-46B6-91E5-C0017FE6E4C4}" presName="linNode" presStyleCnt="0"/>
      <dgm:spPr/>
    </dgm:pt>
    <dgm:pt modelId="{7084A6A7-0A33-45E1-90A0-A61C13169E92}" type="pres">
      <dgm:prSet presAssocID="{9101688F-FC5C-46B6-91E5-C0017FE6E4C4}" presName="parentText" presStyleLbl="node1" presStyleIdx="0" presStyleCnt="7" custLinFactNeighborX="-83593" custLinFactNeighborY="38702">
        <dgm:presLayoutVars>
          <dgm:chMax val="1"/>
          <dgm:bulletEnabled val="1"/>
        </dgm:presLayoutVars>
      </dgm:prSet>
      <dgm:spPr/>
    </dgm:pt>
    <dgm:pt modelId="{98ED0F90-3225-41FE-B580-44447E090133}" type="pres">
      <dgm:prSet presAssocID="{1D833FBD-2B75-4AD7-8D44-53AE8A1F0DF7}" presName="sp" presStyleCnt="0"/>
      <dgm:spPr/>
    </dgm:pt>
    <dgm:pt modelId="{422A9611-6927-4ED0-BB59-235DF0784CC7}" type="pres">
      <dgm:prSet presAssocID="{9E22864C-0BDA-484F-8525-168680B866E2}" presName="linNode" presStyleCnt="0"/>
      <dgm:spPr/>
    </dgm:pt>
    <dgm:pt modelId="{5AEF3DFB-154D-4FB7-A0D2-A86A6F361097}" type="pres">
      <dgm:prSet presAssocID="{9E22864C-0BDA-484F-8525-168680B866E2}" presName="parentText" presStyleLbl="node1" presStyleIdx="1" presStyleCnt="7" custLinFactNeighborX="68679" custLinFactNeighborY="-64455">
        <dgm:presLayoutVars>
          <dgm:chMax val="1"/>
          <dgm:bulletEnabled val="1"/>
        </dgm:presLayoutVars>
      </dgm:prSet>
      <dgm:spPr/>
    </dgm:pt>
    <dgm:pt modelId="{9E388EE4-F698-4F37-B877-D51917DF05C5}" type="pres">
      <dgm:prSet presAssocID="{4E17D764-BFBB-4E22-AD77-A89F4694E3A2}" presName="sp" presStyleCnt="0"/>
      <dgm:spPr/>
    </dgm:pt>
    <dgm:pt modelId="{924B9FAA-FE74-4607-84AD-C9F7EA97CF82}" type="pres">
      <dgm:prSet presAssocID="{DBCC3A8C-4EAD-4281-98A2-C7E90938F9DB}" presName="linNode" presStyleCnt="0"/>
      <dgm:spPr/>
    </dgm:pt>
    <dgm:pt modelId="{C2829E56-79EC-4C38-925A-1A01B5792438}" type="pres">
      <dgm:prSet presAssocID="{DBCC3A8C-4EAD-4281-98A2-C7E90938F9DB}" presName="parentText" presStyleLbl="node1" presStyleIdx="2" presStyleCnt="7" custLinFactNeighborX="-85163" custLinFactNeighborY="13335">
        <dgm:presLayoutVars>
          <dgm:chMax val="1"/>
          <dgm:bulletEnabled val="1"/>
        </dgm:presLayoutVars>
      </dgm:prSet>
      <dgm:spPr/>
    </dgm:pt>
    <dgm:pt modelId="{E784B2F0-ECEA-436F-9D8B-E040B698F26A}" type="pres">
      <dgm:prSet presAssocID="{A1897D47-1F59-4B3B-BC17-51C8FA561B89}" presName="sp" presStyleCnt="0"/>
      <dgm:spPr/>
    </dgm:pt>
    <dgm:pt modelId="{28F07876-2630-44A7-8893-F2B79DF876C3}" type="pres">
      <dgm:prSet presAssocID="{17BA181A-729D-4E6F-B0B2-9652294F393F}" presName="linNode" presStyleCnt="0"/>
      <dgm:spPr/>
    </dgm:pt>
    <dgm:pt modelId="{E61E94CE-CAB1-4220-AE27-B12EC05CA8F6}" type="pres">
      <dgm:prSet presAssocID="{17BA181A-729D-4E6F-B0B2-9652294F393F}" presName="parentText" presStyleLbl="node1" presStyleIdx="3" presStyleCnt="7" custLinFactNeighborX="72212" custLinFactNeighborY="-83347">
        <dgm:presLayoutVars>
          <dgm:chMax val="1"/>
          <dgm:bulletEnabled val="1"/>
        </dgm:presLayoutVars>
      </dgm:prSet>
      <dgm:spPr/>
    </dgm:pt>
    <dgm:pt modelId="{46709DA5-071E-4BE1-8601-61FEC9F208D4}" type="pres">
      <dgm:prSet presAssocID="{DAB82A38-AF0B-41B3-9DE7-EFFB4E6E4817}" presName="sp" presStyleCnt="0"/>
      <dgm:spPr/>
    </dgm:pt>
    <dgm:pt modelId="{94E6AD0B-1B65-4A9D-A253-44353D784BF5}" type="pres">
      <dgm:prSet presAssocID="{4EA28A5A-E5BF-4E95-A687-71AFC89A59F6}" presName="linNode" presStyleCnt="0"/>
      <dgm:spPr/>
    </dgm:pt>
    <dgm:pt modelId="{6E8C1DCF-4D6A-4B66-80F8-DEDEDD391CA8}" type="pres">
      <dgm:prSet presAssocID="{4EA28A5A-E5BF-4E95-A687-71AFC89A59F6}" presName="parentText" presStyleLbl="node1" presStyleIdx="4" presStyleCnt="7" custLinFactNeighborX="-83985" custLinFactNeighborY="15558">
        <dgm:presLayoutVars>
          <dgm:chMax val="1"/>
          <dgm:bulletEnabled val="1"/>
        </dgm:presLayoutVars>
      </dgm:prSet>
      <dgm:spPr/>
    </dgm:pt>
    <dgm:pt modelId="{856F5D33-8DE9-4D35-99F5-A3740654A950}" type="pres">
      <dgm:prSet presAssocID="{6D31AF66-063B-48F0-BD60-A02040D06DDA}" presName="sp" presStyleCnt="0"/>
      <dgm:spPr/>
    </dgm:pt>
    <dgm:pt modelId="{F5FE7FE7-2BDE-4635-9A60-20D759109055}" type="pres">
      <dgm:prSet presAssocID="{9BD5348D-6928-4F91-8EB1-B9C16C6BB830}" presName="linNode" presStyleCnt="0"/>
      <dgm:spPr/>
    </dgm:pt>
    <dgm:pt modelId="{B6D5C813-5796-4F7D-BE5C-04A432E5DF9E}" type="pres">
      <dgm:prSet presAssocID="{9BD5348D-6928-4F91-8EB1-B9C16C6BB830}" presName="parentText" presStyleLbl="node1" presStyleIdx="5" presStyleCnt="7" custLinFactNeighborX="69072" custLinFactNeighborY="-95267">
        <dgm:presLayoutVars>
          <dgm:chMax val="1"/>
          <dgm:bulletEnabled val="1"/>
        </dgm:presLayoutVars>
      </dgm:prSet>
      <dgm:spPr/>
    </dgm:pt>
    <dgm:pt modelId="{FF5269F4-73D7-486B-BE55-8BAB51DCE437}" type="pres">
      <dgm:prSet presAssocID="{250BD031-2A7B-4D40-A0CB-8C441B726284}" presName="sp" presStyleCnt="0"/>
      <dgm:spPr/>
    </dgm:pt>
    <dgm:pt modelId="{226AFABA-007A-4FAB-BC42-B16F5A7174C9}" type="pres">
      <dgm:prSet presAssocID="{9186E0FC-A044-487B-B9F1-CF88567BE540}" presName="linNode" presStyleCnt="0"/>
      <dgm:spPr/>
    </dgm:pt>
    <dgm:pt modelId="{3785E5B8-8D99-4A73-B7BF-80474B5C2E74}" type="pres">
      <dgm:prSet presAssocID="{9186E0FC-A044-487B-B9F1-CF88567BE540}" presName="parentText" presStyleLbl="node1" presStyleIdx="6" presStyleCnt="7" custLinFactNeighborX="-3140" custLinFactNeighborY="-4445">
        <dgm:presLayoutVars>
          <dgm:chMax val="1"/>
          <dgm:bulletEnabled val="1"/>
        </dgm:presLayoutVars>
      </dgm:prSet>
      <dgm:spPr/>
    </dgm:pt>
  </dgm:ptLst>
  <dgm:cxnLst>
    <dgm:cxn modelId="{B897E70A-7E6B-48AC-9047-C3D21B694C34}" srcId="{8A0E80B4-3D89-4F30-88DD-10D2CB9CA209}" destId="{9E22864C-0BDA-484F-8525-168680B866E2}" srcOrd="1" destOrd="0" parTransId="{1C0BF6B5-20D6-4FA1-A321-3E648CBD5B87}" sibTransId="{4E17D764-BFBB-4E22-AD77-A89F4694E3A2}"/>
    <dgm:cxn modelId="{82B15317-CCA9-4E93-85E0-9F1889B0FFE3}" srcId="{8A0E80B4-3D89-4F30-88DD-10D2CB9CA209}" destId="{4EA28A5A-E5BF-4E95-A687-71AFC89A59F6}" srcOrd="4" destOrd="0" parTransId="{5A434E8A-1C41-4617-B11A-2B2D745C02C4}" sibTransId="{6D31AF66-063B-48F0-BD60-A02040D06DDA}"/>
    <dgm:cxn modelId="{E1F6421D-1E36-4273-992D-A12A9082501C}" type="presOf" srcId="{9BD5348D-6928-4F91-8EB1-B9C16C6BB830}" destId="{B6D5C813-5796-4F7D-BE5C-04A432E5DF9E}" srcOrd="0" destOrd="0" presId="urn:microsoft.com/office/officeart/2005/8/layout/vList5"/>
    <dgm:cxn modelId="{684A462E-A513-49FB-AF87-EA2868D808C7}" srcId="{8A0E80B4-3D89-4F30-88DD-10D2CB9CA209}" destId="{9186E0FC-A044-487B-B9F1-CF88567BE540}" srcOrd="6" destOrd="0" parTransId="{9AB1FA87-F5B5-4CCB-8260-E890F02CB03A}" sibTransId="{99313257-977E-4683-BF39-AFC74255BC31}"/>
    <dgm:cxn modelId="{AE1F4D2F-7ACD-4C61-A2E9-47224AE707E6}" type="presOf" srcId="{9186E0FC-A044-487B-B9F1-CF88567BE540}" destId="{3785E5B8-8D99-4A73-B7BF-80474B5C2E74}" srcOrd="0" destOrd="0" presId="urn:microsoft.com/office/officeart/2005/8/layout/vList5"/>
    <dgm:cxn modelId="{91E2F53F-424B-471D-8FBF-4C488DE5569E}" srcId="{8A0E80B4-3D89-4F30-88DD-10D2CB9CA209}" destId="{DBCC3A8C-4EAD-4281-98A2-C7E90938F9DB}" srcOrd="2" destOrd="0" parTransId="{6622D5CC-5886-4FBD-A79A-2AFB1E48BFF1}" sibTransId="{A1897D47-1F59-4B3B-BC17-51C8FA561B89}"/>
    <dgm:cxn modelId="{B3B21249-6245-4ADD-8F47-9B0540B2035A}" srcId="{8A0E80B4-3D89-4F30-88DD-10D2CB9CA209}" destId="{9101688F-FC5C-46B6-91E5-C0017FE6E4C4}" srcOrd="0" destOrd="0" parTransId="{0DD070DA-E449-47EA-ABE1-20B55F48FE4D}" sibTransId="{1D833FBD-2B75-4AD7-8D44-53AE8A1F0DF7}"/>
    <dgm:cxn modelId="{50814971-035B-48B8-949D-28F1CFEDDD92}" type="presOf" srcId="{4EA28A5A-E5BF-4E95-A687-71AFC89A59F6}" destId="{6E8C1DCF-4D6A-4B66-80F8-DEDEDD391CA8}" srcOrd="0" destOrd="0" presId="urn:microsoft.com/office/officeart/2005/8/layout/vList5"/>
    <dgm:cxn modelId="{5FA6EEB6-5B5D-4A84-A8EE-CF2AC38F5FD1}" type="presOf" srcId="{9101688F-FC5C-46B6-91E5-C0017FE6E4C4}" destId="{7084A6A7-0A33-45E1-90A0-A61C13169E92}" srcOrd="0" destOrd="0" presId="urn:microsoft.com/office/officeart/2005/8/layout/vList5"/>
    <dgm:cxn modelId="{38DA38B8-C742-4B44-8BD9-5CEE6668959F}" type="presOf" srcId="{DBCC3A8C-4EAD-4281-98A2-C7E90938F9DB}" destId="{C2829E56-79EC-4C38-925A-1A01B5792438}" srcOrd="0" destOrd="0" presId="urn:microsoft.com/office/officeart/2005/8/layout/vList5"/>
    <dgm:cxn modelId="{016D6EB9-BA5F-43E7-A187-E3C3C0EA2AEE}" type="presOf" srcId="{8A0E80B4-3D89-4F30-88DD-10D2CB9CA209}" destId="{083574C0-67B6-4141-BB0D-4A396504F913}" srcOrd="0" destOrd="0" presId="urn:microsoft.com/office/officeart/2005/8/layout/vList5"/>
    <dgm:cxn modelId="{AE559EB9-3812-4748-BD96-4FBCDB129BAE}" type="presOf" srcId="{9E22864C-0BDA-484F-8525-168680B866E2}" destId="{5AEF3DFB-154D-4FB7-A0D2-A86A6F361097}" srcOrd="0" destOrd="0" presId="urn:microsoft.com/office/officeart/2005/8/layout/vList5"/>
    <dgm:cxn modelId="{F91B25EE-9E92-46EC-82A4-AC7F517357EA}" type="presOf" srcId="{17BA181A-729D-4E6F-B0B2-9652294F393F}" destId="{E61E94CE-CAB1-4220-AE27-B12EC05CA8F6}" srcOrd="0" destOrd="0" presId="urn:microsoft.com/office/officeart/2005/8/layout/vList5"/>
    <dgm:cxn modelId="{20C679F1-2B30-4D35-A6FF-B5652E6853A5}" srcId="{8A0E80B4-3D89-4F30-88DD-10D2CB9CA209}" destId="{9BD5348D-6928-4F91-8EB1-B9C16C6BB830}" srcOrd="5" destOrd="0" parTransId="{F729FC7A-974A-48E9-8951-20208B35216E}" sibTransId="{250BD031-2A7B-4D40-A0CB-8C441B726284}"/>
    <dgm:cxn modelId="{1F83409F-0F88-47E9-9A95-8D7BCFC9E9AC}" srcId="{8A0E80B4-3D89-4F30-88DD-10D2CB9CA209}" destId="{17BA181A-729D-4E6F-B0B2-9652294F393F}" srcOrd="3" destOrd="0" parTransId="{29897F6C-F222-4E62-ABCD-557D4308C5E1}" sibTransId="{DAB82A38-AF0B-41B3-9DE7-EFFB4E6E4817}"/>
    <dgm:cxn modelId="{46A8EAA1-1C61-4EDE-9169-36696BC3FB19}" type="presParOf" srcId="{083574C0-67B6-4141-BB0D-4A396504F913}" destId="{B3F6DC8B-2E26-4B12-919F-2DAF09E03FB6}" srcOrd="0" destOrd="0" presId="urn:microsoft.com/office/officeart/2005/8/layout/vList5"/>
    <dgm:cxn modelId="{F04C79EF-D9C9-4D75-812D-F19477E77EED}" type="presParOf" srcId="{B3F6DC8B-2E26-4B12-919F-2DAF09E03FB6}" destId="{7084A6A7-0A33-45E1-90A0-A61C13169E92}" srcOrd="0" destOrd="0" presId="urn:microsoft.com/office/officeart/2005/8/layout/vList5"/>
    <dgm:cxn modelId="{D8C6FCCE-0FB1-4566-8828-616C5440BFC1}" type="presParOf" srcId="{083574C0-67B6-4141-BB0D-4A396504F913}" destId="{98ED0F90-3225-41FE-B580-44447E090133}" srcOrd="1" destOrd="0" presId="urn:microsoft.com/office/officeart/2005/8/layout/vList5"/>
    <dgm:cxn modelId="{61872D63-0541-46BA-9AAA-F03E56D8A7F0}" type="presParOf" srcId="{083574C0-67B6-4141-BB0D-4A396504F913}" destId="{422A9611-6927-4ED0-BB59-235DF0784CC7}" srcOrd="2" destOrd="0" presId="urn:microsoft.com/office/officeart/2005/8/layout/vList5"/>
    <dgm:cxn modelId="{5147B809-1A9C-4C50-A436-8FD303231B14}" type="presParOf" srcId="{422A9611-6927-4ED0-BB59-235DF0784CC7}" destId="{5AEF3DFB-154D-4FB7-A0D2-A86A6F361097}" srcOrd="0" destOrd="0" presId="urn:microsoft.com/office/officeart/2005/8/layout/vList5"/>
    <dgm:cxn modelId="{C6635BA2-09A2-487A-B29D-3C12AAA9C0BC}" type="presParOf" srcId="{083574C0-67B6-4141-BB0D-4A396504F913}" destId="{9E388EE4-F698-4F37-B877-D51917DF05C5}" srcOrd="3" destOrd="0" presId="urn:microsoft.com/office/officeart/2005/8/layout/vList5"/>
    <dgm:cxn modelId="{82D69C36-2DE2-44C5-AF01-C95BBA3B1709}" type="presParOf" srcId="{083574C0-67B6-4141-BB0D-4A396504F913}" destId="{924B9FAA-FE74-4607-84AD-C9F7EA97CF82}" srcOrd="4" destOrd="0" presId="urn:microsoft.com/office/officeart/2005/8/layout/vList5"/>
    <dgm:cxn modelId="{03871AAF-5E1D-4536-8766-FDFB087B1705}" type="presParOf" srcId="{924B9FAA-FE74-4607-84AD-C9F7EA97CF82}" destId="{C2829E56-79EC-4C38-925A-1A01B5792438}" srcOrd="0" destOrd="0" presId="urn:microsoft.com/office/officeart/2005/8/layout/vList5"/>
    <dgm:cxn modelId="{B0197995-682C-4FCA-B569-4F00357FC99D}" type="presParOf" srcId="{083574C0-67B6-4141-BB0D-4A396504F913}" destId="{E784B2F0-ECEA-436F-9D8B-E040B698F26A}" srcOrd="5" destOrd="0" presId="urn:microsoft.com/office/officeart/2005/8/layout/vList5"/>
    <dgm:cxn modelId="{E5A9D038-56EF-4ABC-9D26-561CAA0909A9}" type="presParOf" srcId="{083574C0-67B6-4141-BB0D-4A396504F913}" destId="{28F07876-2630-44A7-8893-F2B79DF876C3}" srcOrd="6" destOrd="0" presId="urn:microsoft.com/office/officeart/2005/8/layout/vList5"/>
    <dgm:cxn modelId="{8D7BFB63-FD1F-499C-91D1-61B07DC698D8}" type="presParOf" srcId="{28F07876-2630-44A7-8893-F2B79DF876C3}" destId="{E61E94CE-CAB1-4220-AE27-B12EC05CA8F6}" srcOrd="0" destOrd="0" presId="urn:microsoft.com/office/officeart/2005/8/layout/vList5"/>
    <dgm:cxn modelId="{FFCCB089-81FD-4036-9D3E-D5D8EE859A9B}" type="presParOf" srcId="{083574C0-67B6-4141-BB0D-4A396504F913}" destId="{46709DA5-071E-4BE1-8601-61FEC9F208D4}" srcOrd="7" destOrd="0" presId="urn:microsoft.com/office/officeart/2005/8/layout/vList5"/>
    <dgm:cxn modelId="{5892E39B-5BE0-48E7-A991-B356A6919C4D}" type="presParOf" srcId="{083574C0-67B6-4141-BB0D-4A396504F913}" destId="{94E6AD0B-1B65-4A9D-A253-44353D784BF5}" srcOrd="8" destOrd="0" presId="urn:microsoft.com/office/officeart/2005/8/layout/vList5"/>
    <dgm:cxn modelId="{6684F3E4-159C-4290-8A14-C37B496F8F9C}" type="presParOf" srcId="{94E6AD0B-1B65-4A9D-A253-44353D784BF5}" destId="{6E8C1DCF-4D6A-4B66-80F8-DEDEDD391CA8}" srcOrd="0" destOrd="0" presId="urn:microsoft.com/office/officeart/2005/8/layout/vList5"/>
    <dgm:cxn modelId="{B693F7A8-C937-4F14-BB4A-D43DB47B5C3E}" type="presParOf" srcId="{083574C0-67B6-4141-BB0D-4A396504F913}" destId="{856F5D33-8DE9-4D35-99F5-A3740654A950}" srcOrd="9" destOrd="0" presId="urn:microsoft.com/office/officeart/2005/8/layout/vList5"/>
    <dgm:cxn modelId="{2B3F9523-A392-4477-BEFD-C62699A77F18}" type="presParOf" srcId="{083574C0-67B6-4141-BB0D-4A396504F913}" destId="{F5FE7FE7-2BDE-4635-9A60-20D759109055}" srcOrd="10" destOrd="0" presId="urn:microsoft.com/office/officeart/2005/8/layout/vList5"/>
    <dgm:cxn modelId="{5DE98FE6-210E-45CF-B465-3214AAD4D5A8}" type="presParOf" srcId="{F5FE7FE7-2BDE-4635-9A60-20D759109055}" destId="{B6D5C813-5796-4F7D-BE5C-04A432E5DF9E}" srcOrd="0" destOrd="0" presId="urn:microsoft.com/office/officeart/2005/8/layout/vList5"/>
    <dgm:cxn modelId="{548245EA-A328-4E59-8936-E4DA89A83705}" type="presParOf" srcId="{083574C0-67B6-4141-BB0D-4A396504F913}" destId="{FF5269F4-73D7-486B-BE55-8BAB51DCE437}" srcOrd="11" destOrd="0" presId="urn:microsoft.com/office/officeart/2005/8/layout/vList5"/>
    <dgm:cxn modelId="{8A0FE608-03F3-44C3-8712-8CC476E8ECFD}" type="presParOf" srcId="{083574C0-67B6-4141-BB0D-4A396504F913}" destId="{226AFABA-007A-4FAB-BC42-B16F5A7174C9}" srcOrd="12" destOrd="0" presId="urn:microsoft.com/office/officeart/2005/8/layout/vList5"/>
    <dgm:cxn modelId="{9F38C210-B800-473D-A096-F6F595860A80}" type="presParOf" srcId="{226AFABA-007A-4FAB-BC42-B16F5A7174C9}" destId="{3785E5B8-8D99-4A73-B7BF-80474B5C2E74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9DFD71-7210-4206-9AAF-34D26EA17B16}" type="doc">
      <dgm:prSet loTypeId="urn:microsoft.com/office/officeart/2011/layout/HexagonRadial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8C0891-2223-477C-B664-4E69516163C3}">
      <dgm:prSet phldrT="[Text]" custT="1"/>
      <dgm:spPr/>
      <dgm:t>
        <a:bodyPr/>
        <a:lstStyle/>
        <a:p>
          <a:r>
            <a:rPr lang="en-US" sz="4000" b="1" dirty="0"/>
            <a:t>Team</a:t>
          </a:r>
        </a:p>
        <a:p>
          <a:r>
            <a:rPr lang="en-US" sz="4000" b="1" dirty="0"/>
            <a:t>Work</a:t>
          </a:r>
          <a:endParaRPr lang="en-US" sz="2400" b="1" dirty="0"/>
        </a:p>
      </dgm:t>
    </dgm:pt>
    <dgm:pt modelId="{F20CE31D-A860-4CEF-9DCB-529D25E7C65F}" type="parTrans" cxnId="{9793FD25-E1F5-48F8-810C-76191B57B5F4}">
      <dgm:prSet/>
      <dgm:spPr/>
      <dgm:t>
        <a:bodyPr/>
        <a:lstStyle/>
        <a:p>
          <a:endParaRPr lang="en-US"/>
        </a:p>
      </dgm:t>
    </dgm:pt>
    <dgm:pt modelId="{6F87C6D6-B510-41D1-9BB2-C410685C0812}" type="sibTrans" cxnId="{9793FD25-E1F5-48F8-810C-76191B57B5F4}">
      <dgm:prSet/>
      <dgm:spPr/>
      <dgm:t>
        <a:bodyPr/>
        <a:lstStyle/>
        <a:p>
          <a:endParaRPr lang="en-US"/>
        </a:p>
      </dgm:t>
    </dgm:pt>
    <dgm:pt modelId="{F66D7BC4-BF63-46F5-A25A-5200D0320262}">
      <dgm:prSet phldrT="[Text]" custT="1"/>
      <dgm:spPr/>
      <dgm:t>
        <a:bodyPr/>
        <a:lstStyle/>
        <a:p>
          <a:r>
            <a:rPr lang="en-US" sz="2800" dirty="0"/>
            <a:t>Self Belief</a:t>
          </a:r>
        </a:p>
      </dgm:t>
    </dgm:pt>
    <dgm:pt modelId="{C5B8F05B-2E73-4E3D-BEB8-6BBF0D8B7D87}" type="parTrans" cxnId="{ACEE271C-E6AE-4C40-8645-B99A010AED37}">
      <dgm:prSet/>
      <dgm:spPr/>
      <dgm:t>
        <a:bodyPr/>
        <a:lstStyle/>
        <a:p>
          <a:endParaRPr lang="en-US"/>
        </a:p>
      </dgm:t>
    </dgm:pt>
    <dgm:pt modelId="{CC821358-8969-4FC3-885E-EBD8B6874D0F}" type="sibTrans" cxnId="{ACEE271C-E6AE-4C40-8645-B99A010AED37}">
      <dgm:prSet/>
      <dgm:spPr/>
      <dgm:t>
        <a:bodyPr/>
        <a:lstStyle/>
        <a:p>
          <a:endParaRPr lang="en-US"/>
        </a:p>
      </dgm:t>
    </dgm:pt>
    <dgm:pt modelId="{ED700C95-A249-4533-AD24-F01852BAAA9C}">
      <dgm:prSet phldrT="[Text]" custT="1"/>
      <dgm:spPr/>
      <dgm:t>
        <a:bodyPr/>
        <a:lstStyle/>
        <a:p>
          <a:r>
            <a:rPr lang="en-US" sz="2400" dirty="0"/>
            <a:t>Self Confidence</a:t>
          </a:r>
        </a:p>
      </dgm:t>
    </dgm:pt>
    <dgm:pt modelId="{A713EB48-8FD5-47C7-9CFF-12F2A3B6DDCE}" type="parTrans" cxnId="{D5D2A227-4B2B-47D3-BB71-556776860BC1}">
      <dgm:prSet/>
      <dgm:spPr/>
      <dgm:t>
        <a:bodyPr/>
        <a:lstStyle/>
        <a:p>
          <a:endParaRPr lang="en-US"/>
        </a:p>
      </dgm:t>
    </dgm:pt>
    <dgm:pt modelId="{FDEF06DE-6628-4CF5-B5AA-9DDF944DB491}" type="sibTrans" cxnId="{D5D2A227-4B2B-47D3-BB71-556776860BC1}">
      <dgm:prSet/>
      <dgm:spPr/>
      <dgm:t>
        <a:bodyPr/>
        <a:lstStyle/>
        <a:p>
          <a:endParaRPr lang="en-US"/>
        </a:p>
      </dgm:t>
    </dgm:pt>
    <dgm:pt modelId="{CA2FAA6D-8B41-41EB-85D5-42CFFA050CDB}">
      <dgm:prSet phldrT="[Text]"/>
      <dgm:spPr/>
      <dgm:t>
        <a:bodyPr/>
        <a:lstStyle/>
        <a:p>
          <a:r>
            <a:rPr lang="en-US" dirty="0"/>
            <a:t>Collaboration</a:t>
          </a:r>
        </a:p>
      </dgm:t>
    </dgm:pt>
    <dgm:pt modelId="{93403782-A794-4FEA-B3EC-1A21907D0778}" type="parTrans" cxnId="{7CAA6547-F869-42C5-A9AC-470D03F59E91}">
      <dgm:prSet/>
      <dgm:spPr/>
      <dgm:t>
        <a:bodyPr/>
        <a:lstStyle/>
        <a:p>
          <a:endParaRPr lang="en-US"/>
        </a:p>
      </dgm:t>
    </dgm:pt>
    <dgm:pt modelId="{2C9E567C-152C-4F79-ABA8-A5940284B059}" type="sibTrans" cxnId="{7CAA6547-F869-42C5-A9AC-470D03F59E91}">
      <dgm:prSet/>
      <dgm:spPr/>
      <dgm:t>
        <a:bodyPr/>
        <a:lstStyle/>
        <a:p>
          <a:endParaRPr lang="en-US"/>
        </a:p>
      </dgm:t>
    </dgm:pt>
    <dgm:pt modelId="{C1BD7CE8-FB8F-439B-B0CE-09CEE93F4DC6}">
      <dgm:prSet phldrT="[Text]" custT="1"/>
      <dgm:spPr/>
      <dgm:t>
        <a:bodyPr/>
        <a:lstStyle/>
        <a:p>
          <a:r>
            <a:rPr lang="en-US" sz="2800" dirty="0"/>
            <a:t>Trust</a:t>
          </a:r>
        </a:p>
      </dgm:t>
    </dgm:pt>
    <dgm:pt modelId="{DC58F28F-D07C-4E76-A3E8-1537E02EA52A}" type="parTrans" cxnId="{F1D8E995-4B83-45C7-86EE-912EA52B0496}">
      <dgm:prSet/>
      <dgm:spPr/>
      <dgm:t>
        <a:bodyPr/>
        <a:lstStyle/>
        <a:p>
          <a:endParaRPr lang="en-US"/>
        </a:p>
      </dgm:t>
    </dgm:pt>
    <dgm:pt modelId="{5633EC04-9B29-47C9-9818-35B6FE3CFD33}" type="sibTrans" cxnId="{F1D8E995-4B83-45C7-86EE-912EA52B0496}">
      <dgm:prSet/>
      <dgm:spPr/>
      <dgm:t>
        <a:bodyPr/>
        <a:lstStyle/>
        <a:p>
          <a:endParaRPr lang="en-US"/>
        </a:p>
      </dgm:t>
    </dgm:pt>
    <dgm:pt modelId="{F950984D-6D21-4E05-8CDD-4D622158E163}">
      <dgm:prSet phldrT="[Text]" custT="1"/>
      <dgm:spPr/>
      <dgm:t>
        <a:bodyPr/>
        <a:lstStyle/>
        <a:p>
          <a:r>
            <a:rPr lang="en-US" sz="2800" dirty="0"/>
            <a:t>Ethics</a:t>
          </a:r>
          <a:endParaRPr lang="en-US" sz="2000" dirty="0"/>
        </a:p>
      </dgm:t>
    </dgm:pt>
    <dgm:pt modelId="{33DF26C8-34DD-4A22-9628-1E0C406EACB8}" type="parTrans" cxnId="{C31AF841-7328-4252-A518-A8604D37A934}">
      <dgm:prSet/>
      <dgm:spPr/>
      <dgm:t>
        <a:bodyPr/>
        <a:lstStyle/>
        <a:p>
          <a:endParaRPr lang="en-US"/>
        </a:p>
      </dgm:t>
    </dgm:pt>
    <dgm:pt modelId="{7F3B95A6-6E9A-4053-BA01-2E66999B779E}" type="sibTrans" cxnId="{C31AF841-7328-4252-A518-A8604D37A934}">
      <dgm:prSet/>
      <dgm:spPr/>
      <dgm:t>
        <a:bodyPr/>
        <a:lstStyle/>
        <a:p>
          <a:endParaRPr lang="en-US"/>
        </a:p>
      </dgm:t>
    </dgm:pt>
    <dgm:pt modelId="{4607C8DB-D070-45EC-84E1-921D7133083A}">
      <dgm:prSet phldrT="[Text]" custT="1"/>
      <dgm:spPr/>
      <dgm:t>
        <a:bodyPr/>
        <a:lstStyle/>
        <a:p>
          <a:r>
            <a:rPr lang="en-US" sz="2800" dirty="0"/>
            <a:t>Creativity</a:t>
          </a:r>
          <a:endParaRPr lang="en-US" sz="2000" dirty="0"/>
        </a:p>
      </dgm:t>
    </dgm:pt>
    <dgm:pt modelId="{B8209A61-D165-47E2-B31C-A1758BA430B6}" type="parTrans" cxnId="{2063AACC-9CBC-4BBF-A6FF-EC0BA1AB1C3F}">
      <dgm:prSet/>
      <dgm:spPr/>
      <dgm:t>
        <a:bodyPr/>
        <a:lstStyle/>
        <a:p>
          <a:endParaRPr lang="en-US"/>
        </a:p>
      </dgm:t>
    </dgm:pt>
    <dgm:pt modelId="{929D8362-69F6-417B-8D92-1FD7538426CC}" type="sibTrans" cxnId="{2063AACC-9CBC-4BBF-A6FF-EC0BA1AB1C3F}">
      <dgm:prSet/>
      <dgm:spPr/>
      <dgm:t>
        <a:bodyPr/>
        <a:lstStyle/>
        <a:p>
          <a:endParaRPr lang="en-US"/>
        </a:p>
      </dgm:t>
    </dgm:pt>
    <dgm:pt modelId="{BCE2224E-AD83-4BB2-BC41-D48D79D098E6}" type="pres">
      <dgm:prSet presAssocID="{4D9DFD71-7210-4206-9AAF-34D26EA17B16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87A7C7A9-8253-4161-9A09-1D7A7038C99F}" type="pres">
      <dgm:prSet presAssocID="{688C0891-2223-477C-B664-4E69516163C3}" presName="Parent" presStyleLbl="node0" presStyleIdx="0" presStyleCnt="1">
        <dgm:presLayoutVars>
          <dgm:chMax val="6"/>
          <dgm:chPref val="6"/>
        </dgm:presLayoutVars>
      </dgm:prSet>
      <dgm:spPr/>
    </dgm:pt>
    <dgm:pt modelId="{F8C8CB66-3FB6-4356-8DDE-EEBB3FC6901A}" type="pres">
      <dgm:prSet presAssocID="{F66D7BC4-BF63-46F5-A25A-5200D0320262}" presName="Accent1" presStyleCnt="0"/>
      <dgm:spPr/>
    </dgm:pt>
    <dgm:pt modelId="{467E3A63-7A79-4208-B1BB-093A1FF324B1}" type="pres">
      <dgm:prSet presAssocID="{F66D7BC4-BF63-46F5-A25A-5200D0320262}" presName="Accent" presStyleLbl="bgShp" presStyleIdx="0" presStyleCnt="6"/>
      <dgm:spPr/>
    </dgm:pt>
    <dgm:pt modelId="{BF42E4B2-626D-4F14-8AA8-76E30BEF64D5}" type="pres">
      <dgm:prSet presAssocID="{F66D7BC4-BF63-46F5-A25A-5200D0320262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F3083ED1-135B-4736-AEE1-19FFC88BA61B}" type="pres">
      <dgm:prSet presAssocID="{ED700C95-A249-4533-AD24-F01852BAAA9C}" presName="Accent2" presStyleCnt="0"/>
      <dgm:spPr/>
    </dgm:pt>
    <dgm:pt modelId="{003856C1-60EB-4863-8E0C-C79B8057BB1E}" type="pres">
      <dgm:prSet presAssocID="{ED700C95-A249-4533-AD24-F01852BAAA9C}" presName="Accent" presStyleLbl="bgShp" presStyleIdx="1" presStyleCnt="6"/>
      <dgm:spPr/>
    </dgm:pt>
    <dgm:pt modelId="{8FD0D24D-AAB5-4A13-94FD-04601E47F63D}" type="pres">
      <dgm:prSet presAssocID="{ED700C95-A249-4533-AD24-F01852BAAA9C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14CD448B-E833-4238-9055-8C7F75C74843}" type="pres">
      <dgm:prSet presAssocID="{CA2FAA6D-8B41-41EB-85D5-42CFFA050CDB}" presName="Accent3" presStyleCnt="0"/>
      <dgm:spPr/>
    </dgm:pt>
    <dgm:pt modelId="{A8D6FD02-3324-40A0-B6B4-094403C82CBB}" type="pres">
      <dgm:prSet presAssocID="{CA2FAA6D-8B41-41EB-85D5-42CFFA050CDB}" presName="Accent" presStyleLbl="bgShp" presStyleIdx="2" presStyleCnt="6"/>
      <dgm:spPr/>
    </dgm:pt>
    <dgm:pt modelId="{9F616750-0E0F-412C-BBCB-0E570BE9BE6E}" type="pres">
      <dgm:prSet presAssocID="{CA2FAA6D-8B41-41EB-85D5-42CFFA050CDB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BBF3AE70-33FF-47F8-866F-D267791E9678}" type="pres">
      <dgm:prSet presAssocID="{C1BD7CE8-FB8F-439B-B0CE-09CEE93F4DC6}" presName="Accent4" presStyleCnt="0"/>
      <dgm:spPr/>
    </dgm:pt>
    <dgm:pt modelId="{50FFA690-7EEE-4CEE-8AF4-3D8D5C072F30}" type="pres">
      <dgm:prSet presAssocID="{C1BD7CE8-FB8F-439B-B0CE-09CEE93F4DC6}" presName="Accent" presStyleLbl="bgShp" presStyleIdx="3" presStyleCnt="6"/>
      <dgm:spPr/>
    </dgm:pt>
    <dgm:pt modelId="{53C7C29D-CCA4-4BDF-B09D-42070D16E8EB}" type="pres">
      <dgm:prSet presAssocID="{C1BD7CE8-FB8F-439B-B0CE-09CEE93F4DC6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33352D15-29AC-43CB-AE29-F25C9EEEC445}" type="pres">
      <dgm:prSet presAssocID="{F950984D-6D21-4E05-8CDD-4D622158E163}" presName="Accent5" presStyleCnt="0"/>
      <dgm:spPr/>
    </dgm:pt>
    <dgm:pt modelId="{DD469A3B-BBCA-452D-81B1-6F02032FDE50}" type="pres">
      <dgm:prSet presAssocID="{F950984D-6D21-4E05-8CDD-4D622158E163}" presName="Accent" presStyleLbl="bgShp" presStyleIdx="4" presStyleCnt="6"/>
      <dgm:spPr/>
    </dgm:pt>
    <dgm:pt modelId="{22C7DB46-1EB8-46C4-9415-BC77EA193713}" type="pres">
      <dgm:prSet presAssocID="{F950984D-6D21-4E05-8CDD-4D622158E163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961F7A12-C8E3-4E27-B3B9-89E583076ED6}" type="pres">
      <dgm:prSet presAssocID="{4607C8DB-D070-45EC-84E1-921D7133083A}" presName="Accent6" presStyleCnt="0"/>
      <dgm:spPr/>
    </dgm:pt>
    <dgm:pt modelId="{EB10CBCB-8735-40AF-A13D-534CBFF4CDAA}" type="pres">
      <dgm:prSet presAssocID="{4607C8DB-D070-45EC-84E1-921D7133083A}" presName="Accent" presStyleLbl="bgShp" presStyleIdx="5" presStyleCnt="6"/>
      <dgm:spPr/>
    </dgm:pt>
    <dgm:pt modelId="{CEF81ED3-46E1-4AC3-92CA-1168262C09C2}" type="pres">
      <dgm:prSet presAssocID="{4607C8DB-D070-45EC-84E1-921D7133083A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ACEE271C-E6AE-4C40-8645-B99A010AED37}" srcId="{688C0891-2223-477C-B664-4E69516163C3}" destId="{F66D7BC4-BF63-46F5-A25A-5200D0320262}" srcOrd="0" destOrd="0" parTransId="{C5B8F05B-2E73-4E3D-BEB8-6BBF0D8B7D87}" sibTransId="{CC821358-8969-4FC3-885E-EBD8B6874D0F}"/>
    <dgm:cxn modelId="{9793FD25-E1F5-48F8-810C-76191B57B5F4}" srcId="{4D9DFD71-7210-4206-9AAF-34D26EA17B16}" destId="{688C0891-2223-477C-B664-4E69516163C3}" srcOrd="0" destOrd="0" parTransId="{F20CE31D-A860-4CEF-9DCB-529D25E7C65F}" sibTransId="{6F87C6D6-B510-41D1-9BB2-C410685C0812}"/>
    <dgm:cxn modelId="{D5D2A227-4B2B-47D3-BB71-556776860BC1}" srcId="{688C0891-2223-477C-B664-4E69516163C3}" destId="{ED700C95-A249-4533-AD24-F01852BAAA9C}" srcOrd="1" destOrd="0" parTransId="{A713EB48-8FD5-47C7-9CFF-12F2A3B6DDCE}" sibTransId="{FDEF06DE-6628-4CF5-B5AA-9DDF944DB491}"/>
    <dgm:cxn modelId="{C31AF841-7328-4252-A518-A8604D37A934}" srcId="{688C0891-2223-477C-B664-4E69516163C3}" destId="{F950984D-6D21-4E05-8CDD-4D622158E163}" srcOrd="4" destOrd="0" parTransId="{33DF26C8-34DD-4A22-9628-1E0C406EACB8}" sibTransId="{7F3B95A6-6E9A-4053-BA01-2E66999B779E}"/>
    <dgm:cxn modelId="{7CAA6547-F869-42C5-A9AC-470D03F59E91}" srcId="{688C0891-2223-477C-B664-4E69516163C3}" destId="{CA2FAA6D-8B41-41EB-85D5-42CFFA050CDB}" srcOrd="2" destOrd="0" parTransId="{93403782-A794-4FEA-B3EC-1A21907D0778}" sibTransId="{2C9E567C-152C-4F79-ABA8-A5940284B059}"/>
    <dgm:cxn modelId="{764E768F-08BC-42F9-861C-D00A3782FB9A}" type="presOf" srcId="{4607C8DB-D070-45EC-84E1-921D7133083A}" destId="{CEF81ED3-46E1-4AC3-92CA-1168262C09C2}" srcOrd="0" destOrd="0" presId="urn:microsoft.com/office/officeart/2011/layout/HexagonRadial"/>
    <dgm:cxn modelId="{F1D8E995-4B83-45C7-86EE-912EA52B0496}" srcId="{688C0891-2223-477C-B664-4E69516163C3}" destId="{C1BD7CE8-FB8F-439B-B0CE-09CEE93F4DC6}" srcOrd="3" destOrd="0" parTransId="{DC58F28F-D07C-4E76-A3E8-1537E02EA52A}" sibTransId="{5633EC04-9B29-47C9-9818-35B6FE3CFD33}"/>
    <dgm:cxn modelId="{0C2487AB-157A-47FF-A296-07253FB7FBAE}" type="presOf" srcId="{F950984D-6D21-4E05-8CDD-4D622158E163}" destId="{22C7DB46-1EB8-46C4-9415-BC77EA193713}" srcOrd="0" destOrd="0" presId="urn:microsoft.com/office/officeart/2011/layout/HexagonRadial"/>
    <dgm:cxn modelId="{3F25A9AF-6919-406B-B28E-1C0EC36BF830}" type="presOf" srcId="{CA2FAA6D-8B41-41EB-85D5-42CFFA050CDB}" destId="{9F616750-0E0F-412C-BBCB-0E570BE9BE6E}" srcOrd="0" destOrd="0" presId="urn:microsoft.com/office/officeart/2011/layout/HexagonRadial"/>
    <dgm:cxn modelId="{2BA6F1B0-908B-44F5-B1AB-BB0F2CA6341C}" type="presOf" srcId="{C1BD7CE8-FB8F-439B-B0CE-09CEE93F4DC6}" destId="{53C7C29D-CCA4-4BDF-B09D-42070D16E8EB}" srcOrd="0" destOrd="0" presId="urn:microsoft.com/office/officeart/2011/layout/HexagonRadial"/>
    <dgm:cxn modelId="{18CBCEBD-21A6-42C4-BCEA-509D5DD471D7}" type="presOf" srcId="{688C0891-2223-477C-B664-4E69516163C3}" destId="{87A7C7A9-8253-4161-9A09-1D7A7038C99F}" srcOrd="0" destOrd="0" presId="urn:microsoft.com/office/officeart/2011/layout/HexagonRadial"/>
    <dgm:cxn modelId="{43C5B2DF-75C3-41BB-9562-BE355B9FCDE1}" type="presOf" srcId="{F66D7BC4-BF63-46F5-A25A-5200D0320262}" destId="{BF42E4B2-626D-4F14-8AA8-76E30BEF64D5}" srcOrd="0" destOrd="0" presId="urn:microsoft.com/office/officeart/2011/layout/HexagonRadial"/>
    <dgm:cxn modelId="{7DED24E5-E9D1-4F9B-AB55-41698296719C}" type="presOf" srcId="{4D9DFD71-7210-4206-9AAF-34D26EA17B16}" destId="{BCE2224E-AD83-4BB2-BC41-D48D79D098E6}" srcOrd="0" destOrd="0" presId="urn:microsoft.com/office/officeart/2011/layout/HexagonRadial"/>
    <dgm:cxn modelId="{2063AACC-9CBC-4BBF-A6FF-EC0BA1AB1C3F}" srcId="{688C0891-2223-477C-B664-4E69516163C3}" destId="{4607C8DB-D070-45EC-84E1-921D7133083A}" srcOrd="5" destOrd="0" parTransId="{B8209A61-D165-47E2-B31C-A1758BA430B6}" sibTransId="{929D8362-69F6-417B-8D92-1FD7538426CC}"/>
    <dgm:cxn modelId="{46291D9F-F07F-43A7-AABB-95B2E03B7662}" type="presOf" srcId="{ED700C95-A249-4533-AD24-F01852BAAA9C}" destId="{8FD0D24D-AAB5-4A13-94FD-04601E47F63D}" srcOrd="0" destOrd="0" presId="urn:microsoft.com/office/officeart/2011/layout/HexagonRadial"/>
    <dgm:cxn modelId="{A2E14E5D-1FC9-4F54-813A-A7ABE8C81A42}" type="presParOf" srcId="{BCE2224E-AD83-4BB2-BC41-D48D79D098E6}" destId="{87A7C7A9-8253-4161-9A09-1D7A7038C99F}" srcOrd="0" destOrd="0" presId="urn:microsoft.com/office/officeart/2011/layout/HexagonRadial"/>
    <dgm:cxn modelId="{3DAB4447-C84F-4221-B242-92B698F7D709}" type="presParOf" srcId="{BCE2224E-AD83-4BB2-BC41-D48D79D098E6}" destId="{F8C8CB66-3FB6-4356-8DDE-EEBB3FC6901A}" srcOrd="1" destOrd="0" presId="urn:microsoft.com/office/officeart/2011/layout/HexagonRadial"/>
    <dgm:cxn modelId="{3F32E167-0468-4B92-90B3-94C41EEF8BF5}" type="presParOf" srcId="{F8C8CB66-3FB6-4356-8DDE-EEBB3FC6901A}" destId="{467E3A63-7A79-4208-B1BB-093A1FF324B1}" srcOrd="0" destOrd="0" presId="urn:microsoft.com/office/officeart/2011/layout/HexagonRadial"/>
    <dgm:cxn modelId="{52D327A5-4453-4308-B642-0D07B3D3559C}" type="presParOf" srcId="{BCE2224E-AD83-4BB2-BC41-D48D79D098E6}" destId="{BF42E4B2-626D-4F14-8AA8-76E30BEF64D5}" srcOrd="2" destOrd="0" presId="urn:microsoft.com/office/officeart/2011/layout/HexagonRadial"/>
    <dgm:cxn modelId="{ABFEDAE9-ECC6-4BEC-965A-0194ECAC8610}" type="presParOf" srcId="{BCE2224E-AD83-4BB2-BC41-D48D79D098E6}" destId="{F3083ED1-135B-4736-AEE1-19FFC88BA61B}" srcOrd="3" destOrd="0" presId="urn:microsoft.com/office/officeart/2011/layout/HexagonRadial"/>
    <dgm:cxn modelId="{67AAAC76-EFA9-458C-99CE-45821E7718F4}" type="presParOf" srcId="{F3083ED1-135B-4736-AEE1-19FFC88BA61B}" destId="{003856C1-60EB-4863-8E0C-C79B8057BB1E}" srcOrd="0" destOrd="0" presId="urn:microsoft.com/office/officeart/2011/layout/HexagonRadial"/>
    <dgm:cxn modelId="{5EB97A41-95E6-42C2-831B-5934471EA1AD}" type="presParOf" srcId="{BCE2224E-AD83-4BB2-BC41-D48D79D098E6}" destId="{8FD0D24D-AAB5-4A13-94FD-04601E47F63D}" srcOrd="4" destOrd="0" presId="urn:microsoft.com/office/officeart/2011/layout/HexagonRadial"/>
    <dgm:cxn modelId="{A7DB2A19-6E1E-427B-A13A-5F285B0447C1}" type="presParOf" srcId="{BCE2224E-AD83-4BB2-BC41-D48D79D098E6}" destId="{14CD448B-E833-4238-9055-8C7F75C74843}" srcOrd="5" destOrd="0" presId="urn:microsoft.com/office/officeart/2011/layout/HexagonRadial"/>
    <dgm:cxn modelId="{6316660E-B74F-415C-B9A3-7379DCE04BA0}" type="presParOf" srcId="{14CD448B-E833-4238-9055-8C7F75C74843}" destId="{A8D6FD02-3324-40A0-B6B4-094403C82CBB}" srcOrd="0" destOrd="0" presId="urn:microsoft.com/office/officeart/2011/layout/HexagonRadial"/>
    <dgm:cxn modelId="{1D34C96E-F302-4BEF-9EC4-A4C8ED1E0334}" type="presParOf" srcId="{BCE2224E-AD83-4BB2-BC41-D48D79D098E6}" destId="{9F616750-0E0F-412C-BBCB-0E570BE9BE6E}" srcOrd="6" destOrd="0" presId="urn:microsoft.com/office/officeart/2011/layout/HexagonRadial"/>
    <dgm:cxn modelId="{ED478C35-5D84-4BA1-8FF8-3EF873A22752}" type="presParOf" srcId="{BCE2224E-AD83-4BB2-BC41-D48D79D098E6}" destId="{BBF3AE70-33FF-47F8-866F-D267791E9678}" srcOrd="7" destOrd="0" presId="urn:microsoft.com/office/officeart/2011/layout/HexagonRadial"/>
    <dgm:cxn modelId="{F8F293CE-06CC-4CF9-B160-2BF49740A328}" type="presParOf" srcId="{BBF3AE70-33FF-47F8-866F-D267791E9678}" destId="{50FFA690-7EEE-4CEE-8AF4-3D8D5C072F30}" srcOrd="0" destOrd="0" presId="urn:microsoft.com/office/officeart/2011/layout/HexagonRadial"/>
    <dgm:cxn modelId="{B77D1A67-F946-4AE6-84CA-3173EE0E5D49}" type="presParOf" srcId="{BCE2224E-AD83-4BB2-BC41-D48D79D098E6}" destId="{53C7C29D-CCA4-4BDF-B09D-42070D16E8EB}" srcOrd="8" destOrd="0" presId="urn:microsoft.com/office/officeart/2011/layout/HexagonRadial"/>
    <dgm:cxn modelId="{FD2ABAFA-A4CB-421B-9913-775B7D2C1CB9}" type="presParOf" srcId="{BCE2224E-AD83-4BB2-BC41-D48D79D098E6}" destId="{33352D15-29AC-43CB-AE29-F25C9EEEC445}" srcOrd="9" destOrd="0" presId="urn:microsoft.com/office/officeart/2011/layout/HexagonRadial"/>
    <dgm:cxn modelId="{CB847122-7BD0-4C71-AE11-D74E047CEFEB}" type="presParOf" srcId="{33352D15-29AC-43CB-AE29-F25C9EEEC445}" destId="{DD469A3B-BBCA-452D-81B1-6F02032FDE50}" srcOrd="0" destOrd="0" presId="urn:microsoft.com/office/officeart/2011/layout/HexagonRadial"/>
    <dgm:cxn modelId="{532487A9-E250-46D1-AEF3-0655D4E17E22}" type="presParOf" srcId="{BCE2224E-AD83-4BB2-BC41-D48D79D098E6}" destId="{22C7DB46-1EB8-46C4-9415-BC77EA193713}" srcOrd="10" destOrd="0" presId="urn:microsoft.com/office/officeart/2011/layout/HexagonRadial"/>
    <dgm:cxn modelId="{FC3098C6-A1E0-45DB-828B-39A6733015E8}" type="presParOf" srcId="{BCE2224E-AD83-4BB2-BC41-D48D79D098E6}" destId="{961F7A12-C8E3-4E27-B3B9-89E583076ED6}" srcOrd="11" destOrd="0" presId="urn:microsoft.com/office/officeart/2011/layout/HexagonRadial"/>
    <dgm:cxn modelId="{49836114-0043-4F38-A2E7-88EBDD811FE5}" type="presParOf" srcId="{961F7A12-C8E3-4E27-B3B9-89E583076ED6}" destId="{EB10CBCB-8735-40AF-A13D-534CBFF4CDAA}" srcOrd="0" destOrd="0" presId="urn:microsoft.com/office/officeart/2011/layout/HexagonRadial"/>
    <dgm:cxn modelId="{6D9E29AD-730F-41EA-A92E-2A618D1A8D3C}" type="presParOf" srcId="{BCE2224E-AD83-4BB2-BC41-D48D79D098E6}" destId="{CEF81ED3-46E1-4AC3-92CA-1168262C09C2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84A6A7-0A33-45E1-90A0-A61C13169E92}">
      <dsp:nvSpPr>
        <dsp:cNvPr id="0" name=""/>
        <dsp:cNvSpPr/>
      </dsp:nvSpPr>
      <dsp:spPr>
        <a:xfrm>
          <a:off x="132679" y="342968"/>
          <a:ext cx="2505322" cy="8847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Rayansh Singh</a:t>
          </a:r>
        </a:p>
      </dsp:txBody>
      <dsp:txXfrm>
        <a:off x="175869" y="386158"/>
        <a:ext cx="2418942" cy="798371"/>
      </dsp:txXfrm>
    </dsp:sp>
    <dsp:sp modelId="{5AEF3DFB-154D-4FB7-A0D2-A86A6F361097}">
      <dsp:nvSpPr>
        <dsp:cNvPr id="0" name=""/>
        <dsp:cNvSpPr/>
      </dsp:nvSpPr>
      <dsp:spPr>
        <a:xfrm>
          <a:off x="3947583" y="359274"/>
          <a:ext cx="2505322" cy="8847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Aryan Nale</a:t>
          </a:r>
        </a:p>
      </dsp:txBody>
      <dsp:txXfrm>
        <a:off x="3990773" y="402464"/>
        <a:ext cx="2418942" cy="798371"/>
      </dsp:txXfrm>
    </dsp:sp>
    <dsp:sp modelId="{C2829E56-79EC-4C38-925A-1A01B5792438}">
      <dsp:nvSpPr>
        <dsp:cNvPr id="0" name=""/>
        <dsp:cNvSpPr/>
      </dsp:nvSpPr>
      <dsp:spPr>
        <a:xfrm>
          <a:off x="93345" y="1976512"/>
          <a:ext cx="2505322" cy="8847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Darsh Askand</a:t>
          </a:r>
        </a:p>
      </dsp:txBody>
      <dsp:txXfrm>
        <a:off x="136535" y="2019702"/>
        <a:ext cx="2418942" cy="798371"/>
      </dsp:txXfrm>
    </dsp:sp>
    <dsp:sp modelId="{E61E94CE-CAB1-4220-AE27-B12EC05CA8F6}">
      <dsp:nvSpPr>
        <dsp:cNvPr id="0" name=""/>
        <dsp:cNvSpPr/>
      </dsp:nvSpPr>
      <dsp:spPr>
        <a:xfrm>
          <a:off x="4036096" y="2050106"/>
          <a:ext cx="2505322" cy="8847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Ishan Kodre</a:t>
          </a:r>
        </a:p>
      </dsp:txBody>
      <dsp:txXfrm>
        <a:off x="4079286" y="2093296"/>
        <a:ext cx="2418942" cy="798371"/>
      </dsp:txXfrm>
    </dsp:sp>
    <dsp:sp modelId="{6E8C1DCF-4D6A-4B66-80F8-DEDEDD391CA8}">
      <dsp:nvSpPr>
        <dsp:cNvPr id="0" name=""/>
        <dsp:cNvSpPr/>
      </dsp:nvSpPr>
      <dsp:spPr>
        <a:xfrm>
          <a:off x="122858" y="3854159"/>
          <a:ext cx="2505322" cy="8847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Varad Kodre</a:t>
          </a:r>
        </a:p>
      </dsp:txBody>
      <dsp:txXfrm>
        <a:off x="166048" y="3897349"/>
        <a:ext cx="2418942" cy="798371"/>
      </dsp:txXfrm>
    </dsp:sp>
    <dsp:sp modelId="{B6D5C813-5796-4F7D-BE5C-04A432E5DF9E}">
      <dsp:nvSpPr>
        <dsp:cNvPr id="0" name=""/>
        <dsp:cNvSpPr/>
      </dsp:nvSpPr>
      <dsp:spPr>
        <a:xfrm>
          <a:off x="3957429" y="3802622"/>
          <a:ext cx="2505322" cy="8847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Rishit Singh</a:t>
          </a:r>
        </a:p>
      </dsp:txBody>
      <dsp:txXfrm>
        <a:off x="4000619" y="3845812"/>
        <a:ext cx="2418942" cy="798371"/>
      </dsp:txXfrm>
    </dsp:sp>
    <dsp:sp modelId="{3785E5B8-8D99-4A73-B7BF-80474B5C2E74}">
      <dsp:nvSpPr>
        <dsp:cNvPr id="0" name=""/>
        <dsp:cNvSpPr/>
      </dsp:nvSpPr>
      <dsp:spPr>
        <a:xfrm>
          <a:off x="2148285" y="5535161"/>
          <a:ext cx="2505322" cy="8847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Atharva Kawade</a:t>
          </a:r>
        </a:p>
      </dsp:txBody>
      <dsp:txXfrm>
        <a:off x="2191475" y="5578351"/>
        <a:ext cx="2418942" cy="7983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A7C7A9-8253-4161-9A09-1D7A7038C99F}">
      <dsp:nvSpPr>
        <dsp:cNvPr id="0" name=""/>
        <dsp:cNvSpPr/>
      </dsp:nvSpPr>
      <dsp:spPr>
        <a:xfrm>
          <a:off x="3036687" y="2160054"/>
          <a:ext cx="2745523" cy="2374988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Team</a:t>
          </a:r>
        </a:p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Work</a:t>
          </a:r>
          <a:endParaRPr lang="en-US" sz="2400" b="1" kern="1200" dirty="0"/>
        </a:p>
      </dsp:txBody>
      <dsp:txXfrm>
        <a:off x="3491659" y="2553623"/>
        <a:ext cx="1835579" cy="1587850"/>
      </dsp:txXfrm>
    </dsp:sp>
    <dsp:sp modelId="{003856C1-60EB-4863-8E0C-C79B8057BB1E}">
      <dsp:nvSpPr>
        <dsp:cNvPr id="0" name=""/>
        <dsp:cNvSpPr/>
      </dsp:nvSpPr>
      <dsp:spPr>
        <a:xfrm>
          <a:off x="4755912" y="1023782"/>
          <a:ext cx="1035877" cy="892545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42E4B2-626D-4F14-8AA8-76E30BEF64D5}">
      <dsp:nvSpPr>
        <dsp:cNvPr id="0" name=""/>
        <dsp:cNvSpPr/>
      </dsp:nvSpPr>
      <dsp:spPr>
        <a:xfrm>
          <a:off x="3289589" y="0"/>
          <a:ext cx="2249937" cy="1946459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Self Belief</a:t>
          </a:r>
        </a:p>
      </dsp:txBody>
      <dsp:txXfrm>
        <a:off x="3662452" y="322570"/>
        <a:ext cx="1504211" cy="1301319"/>
      </dsp:txXfrm>
    </dsp:sp>
    <dsp:sp modelId="{A8D6FD02-3324-40A0-B6B4-094403C82CBB}">
      <dsp:nvSpPr>
        <dsp:cNvPr id="0" name=""/>
        <dsp:cNvSpPr/>
      </dsp:nvSpPr>
      <dsp:spPr>
        <a:xfrm>
          <a:off x="5964862" y="2692368"/>
          <a:ext cx="1035877" cy="892545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D0D24D-AAB5-4A13-94FD-04601E47F63D}">
      <dsp:nvSpPr>
        <dsp:cNvPr id="0" name=""/>
        <dsp:cNvSpPr/>
      </dsp:nvSpPr>
      <dsp:spPr>
        <a:xfrm>
          <a:off x="5353043" y="1197203"/>
          <a:ext cx="2249937" cy="1946459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Self Confidence</a:t>
          </a:r>
        </a:p>
      </dsp:txBody>
      <dsp:txXfrm>
        <a:off x="5725906" y="1519773"/>
        <a:ext cx="1504211" cy="1301319"/>
      </dsp:txXfrm>
    </dsp:sp>
    <dsp:sp modelId="{50FFA690-7EEE-4CEE-8AF4-3D8D5C072F30}">
      <dsp:nvSpPr>
        <dsp:cNvPr id="0" name=""/>
        <dsp:cNvSpPr/>
      </dsp:nvSpPr>
      <dsp:spPr>
        <a:xfrm>
          <a:off x="5125047" y="4575887"/>
          <a:ext cx="1035877" cy="892545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616750-0E0F-412C-BBCB-0E570BE9BE6E}">
      <dsp:nvSpPr>
        <dsp:cNvPr id="0" name=""/>
        <dsp:cNvSpPr/>
      </dsp:nvSpPr>
      <dsp:spPr>
        <a:xfrm>
          <a:off x="5353043" y="3550765"/>
          <a:ext cx="2249937" cy="1946459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Collaboration</a:t>
          </a:r>
        </a:p>
      </dsp:txBody>
      <dsp:txXfrm>
        <a:off x="5725906" y="3873335"/>
        <a:ext cx="1504211" cy="1301319"/>
      </dsp:txXfrm>
    </dsp:sp>
    <dsp:sp modelId="{DD469A3B-BBCA-452D-81B1-6F02032FDE50}">
      <dsp:nvSpPr>
        <dsp:cNvPr id="0" name=""/>
        <dsp:cNvSpPr/>
      </dsp:nvSpPr>
      <dsp:spPr>
        <a:xfrm>
          <a:off x="3041796" y="4771404"/>
          <a:ext cx="1035877" cy="892545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C7C29D-CCA4-4BDF-B09D-42070D16E8EB}">
      <dsp:nvSpPr>
        <dsp:cNvPr id="0" name=""/>
        <dsp:cNvSpPr/>
      </dsp:nvSpPr>
      <dsp:spPr>
        <a:xfrm>
          <a:off x="3289589" y="4749308"/>
          <a:ext cx="2249937" cy="1946459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Trust</a:t>
          </a:r>
        </a:p>
      </dsp:txBody>
      <dsp:txXfrm>
        <a:off x="3662452" y="5071878"/>
        <a:ext cx="1504211" cy="1301319"/>
      </dsp:txXfrm>
    </dsp:sp>
    <dsp:sp modelId="{EB10CBCB-8735-40AF-A13D-534CBFF4CDAA}">
      <dsp:nvSpPr>
        <dsp:cNvPr id="0" name=""/>
        <dsp:cNvSpPr/>
      </dsp:nvSpPr>
      <dsp:spPr>
        <a:xfrm>
          <a:off x="1813048" y="3103488"/>
          <a:ext cx="1035877" cy="892545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C7DB46-1EB8-46C4-9415-BC77EA193713}">
      <dsp:nvSpPr>
        <dsp:cNvPr id="0" name=""/>
        <dsp:cNvSpPr/>
      </dsp:nvSpPr>
      <dsp:spPr>
        <a:xfrm>
          <a:off x="1216556" y="3552104"/>
          <a:ext cx="2249937" cy="1946459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Ethics</a:t>
          </a:r>
          <a:endParaRPr lang="en-US" sz="2000" kern="1200" dirty="0"/>
        </a:p>
      </dsp:txBody>
      <dsp:txXfrm>
        <a:off x="1589419" y="3874674"/>
        <a:ext cx="1504211" cy="1301319"/>
      </dsp:txXfrm>
    </dsp:sp>
    <dsp:sp modelId="{CEF81ED3-46E1-4AC3-92CA-1168262C09C2}">
      <dsp:nvSpPr>
        <dsp:cNvPr id="0" name=""/>
        <dsp:cNvSpPr/>
      </dsp:nvSpPr>
      <dsp:spPr>
        <a:xfrm>
          <a:off x="1216556" y="1194525"/>
          <a:ext cx="2249937" cy="1946459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Creativity</a:t>
          </a:r>
          <a:endParaRPr lang="en-US" sz="2000" kern="1200" dirty="0"/>
        </a:p>
      </dsp:txBody>
      <dsp:txXfrm>
        <a:off x="1589419" y="1517095"/>
        <a:ext cx="1504211" cy="13013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6E8D86-B2F3-4584-AA65-D8B1F17942DB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715E6-664D-4910-BF22-D5092863E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02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715E6-664D-4910-BF22-D5092863EA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210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C2C1-7115-45C7-A9A4-F15AD112E86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C85C-2C3F-432E-B754-9FB7FA3FA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126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C2C1-7115-45C7-A9A4-F15AD112E86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6D9C85C-2C3F-432E-B754-9FB7FA3FA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132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C2C1-7115-45C7-A9A4-F15AD112E86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C85C-2C3F-432E-B754-9FB7FA3FA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234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C2C1-7115-45C7-A9A4-F15AD112E86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C85C-2C3F-432E-B754-9FB7FA3FA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24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C2C1-7115-45C7-A9A4-F15AD112E86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C85C-2C3F-432E-B754-9FB7FA3FA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201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5491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7921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4394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623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C2C1-7115-45C7-A9A4-F15AD112E86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C85C-2C3F-432E-B754-9FB7FA3FA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5640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C2C1-7115-45C7-A9A4-F15AD112E86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C85C-2C3F-432E-B754-9FB7FA3FA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479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C2C1-7115-45C7-A9A4-F15AD112E86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C85C-2C3F-432E-B754-9FB7FA3FA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552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C2C1-7115-45C7-A9A4-F15AD112E86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C85C-2C3F-432E-B754-9FB7FA3FA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3683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C2C1-7115-45C7-A9A4-F15AD112E86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C85C-2C3F-432E-B754-9FB7FA3FA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692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C2C1-7115-45C7-A9A4-F15AD112E86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C85C-2C3F-432E-B754-9FB7FA3FA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088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C2C1-7115-45C7-A9A4-F15AD112E86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C85C-2C3F-432E-B754-9FB7FA3FA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427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C2C1-7115-45C7-A9A4-F15AD112E86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C85C-2C3F-432E-B754-9FB7FA3FA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424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9B7C2C1-7115-45C7-A9A4-F15AD112E86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6D9C85C-2C3F-432E-B754-9FB7FA3FAEB2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64ABE3-F682-E027-7306-D7F74A59C01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818938" y="6642100"/>
            <a:ext cx="3381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728956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f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C4DBDFA9-08EB-4D7B-A78D-C55FA0411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B5DB6DAD-8C73-48BA-A076-DD97829AC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7">
              <a:extLst>
                <a:ext uri="{FF2B5EF4-FFF2-40B4-BE49-F238E27FC236}">
                  <a16:creationId xmlns:a16="http://schemas.microsoft.com/office/drawing/2014/main" id="{049C0B3B-222A-4303-80BE-D4314A395A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07FDF952-3B6F-4C6D-B66C-94D87E627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0">
              <a:extLst>
                <a:ext uri="{FF2B5EF4-FFF2-40B4-BE49-F238E27FC236}">
                  <a16:creationId xmlns:a16="http://schemas.microsoft.com/office/drawing/2014/main" id="{EEBA0FAD-1126-46FB-9D2D-BEA3E8FC4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11">
              <a:extLst>
                <a:ext uri="{FF2B5EF4-FFF2-40B4-BE49-F238E27FC236}">
                  <a16:creationId xmlns:a16="http://schemas.microsoft.com/office/drawing/2014/main" id="{58A7569F-71E5-4C1E-8F61-7B4D50B6B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12">
              <a:extLst>
                <a:ext uri="{FF2B5EF4-FFF2-40B4-BE49-F238E27FC236}">
                  <a16:creationId xmlns:a16="http://schemas.microsoft.com/office/drawing/2014/main" id="{1E25C137-81F4-4388-AAAC-599E23DED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ED206EDD-AE31-46E1-94E0-1477E39BB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540227-8C45-5B5E-DA5E-F6DC9B113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186" y="904431"/>
            <a:ext cx="4922391" cy="33473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b="1" dirty="0">
                <a:solidFill>
                  <a:schemeClr val="accent1"/>
                </a:solidFill>
              </a:rPr>
              <a:t>PHOENIX</a:t>
            </a:r>
            <a:br>
              <a:rPr lang="en-US" sz="7200" b="1" dirty="0">
                <a:solidFill>
                  <a:schemeClr val="accent1"/>
                </a:solidFill>
              </a:rPr>
            </a:br>
            <a:r>
              <a:rPr lang="en-US" sz="7200" b="1" dirty="0">
                <a:solidFill>
                  <a:schemeClr val="accent1"/>
                </a:solidFill>
              </a:rPr>
              <a:t>WARRIORS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372A2F7-5F5F-488B-BEDA-EA9D4C7DF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7A38ACBF-0F60-4794-9A0C-8CE4CC6FC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8BE0AB99-4C84-4F4F-9411-B1F1E5F52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5">
              <a:extLst>
                <a:ext uri="{FF2B5EF4-FFF2-40B4-BE49-F238E27FC236}">
                  <a16:creationId xmlns:a16="http://schemas.microsoft.com/office/drawing/2014/main" id="{00D3C3C7-47EA-4712-BE5C-A2C4A37325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26">
              <a:extLst>
                <a:ext uri="{FF2B5EF4-FFF2-40B4-BE49-F238E27FC236}">
                  <a16:creationId xmlns:a16="http://schemas.microsoft.com/office/drawing/2014/main" id="{0159649C-1860-450A-97D9-498572CFE9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27">
              <a:extLst>
                <a:ext uri="{FF2B5EF4-FFF2-40B4-BE49-F238E27FC236}">
                  <a16:creationId xmlns:a16="http://schemas.microsoft.com/office/drawing/2014/main" id="{B3B99536-7190-4407-A82A-83E9748F5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28">
              <a:extLst>
                <a:ext uri="{FF2B5EF4-FFF2-40B4-BE49-F238E27FC236}">
                  <a16:creationId xmlns:a16="http://schemas.microsoft.com/office/drawing/2014/main" id="{A270AEAB-26D7-48EB-973F-F91C667B2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" name="Rounded Rectangle 16">
            <a:extLst>
              <a:ext uri="{FF2B5EF4-FFF2-40B4-BE49-F238E27FC236}">
                <a16:creationId xmlns:a16="http://schemas.microsoft.com/office/drawing/2014/main" id="{D6D68964-CEC4-48CF-B092-C972FF1BF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5419641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0FEC1E-EA9B-3ED2-0A23-A1A881481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356" y="1011765"/>
            <a:ext cx="4546708" cy="454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589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579">
        <p:split orient="vert"/>
      </p:transition>
    </mc:Choice>
    <mc:Fallback>
      <p:transition spd="slow" advClick="0" advTm="3579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C7F0A-203A-79C4-032B-A374243B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865" y="677196"/>
            <a:ext cx="3519948" cy="5105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1" dirty="0">
                <a:solidFill>
                  <a:schemeClr val="accent1"/>
                </a:solidFill>
              </a:rPr>
              <a:t>Team Members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E74CF26-2A2A-BEED-E7A4-3F28725162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6724603"/>
              </p:ext>
            </p:extLst>
          </p:nvPr>
        </p:nvGraphicFramePr>
        <p:xfrm>
          <a:off x="5271684" y="0"/>
          <a:ext cx="6959228" cy="64597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177436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7536">
        <p15:prstTrans prst="pageCurlDouble"/>
      </p:transition>
    </mc:Choice>
    <mc:Fallback>
      <p:transition spd="slow" advTm="753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084A6A7-0A33-45E1-90A0-A61C13169E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graphicEl>
                                              <a:dgm id="{7084A6A7-0A33-45E1-90A0-A61C13169E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AEF3DFB-154D-4FB7-A0D2-A86A6F3610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8">
                                            <p:graphicEl>
                                              <a:dgm id="{5AEF3DFB-154D-4FB7-A0D2-A86A6F3610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2829E56-79EC-4C38-925A-1A01B57924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>
                                            <p:graphicEl>
                                              <a:dgm id="{C2829E56-79EC-4C38-925A-1A01B579243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61E94CE-CAB1-4220-AE27-B12EC05CA8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>
                                            <p:graphicEl>
                                              <a:dgm id="{E61E94CE-CAB1-4220-AE27-B12EC05CA8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E8C1DCF-4D6A-4B66-80F8-DEDEDD391C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">
                                            <p:graphicEl>
                                              <a:dgm id="{6E8C1DCF-4D6A-4B66-80F8-DEDEDD391CA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6D5C813-5796-4F7D-BE5C-04A432E5D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>
                                            <p:graphicEl>
                                              <a:dgm id="{B6D5C813-5796-4F7D-BE5C-04A432E5DF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785E5B8-8D99-4A73-B7BF-80474B5C2E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1000"/>
                                        <p:tgtEl>
                                          <p:spTgt spid="8">
                                            <p:graphicEl>
                                              <a:dgm id="{3785E5B8-8D99-4A73-B7BF-80474B5C2E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uiExpand="1">
        <p:bldSub>
          <a:bldDgm bld="lvl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551AD-A46C-B8DA-8B11-8CFC7F482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DE865-3235-9760-263D-6B4809709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382" y="1789470"/>
            <a:ext cx="2625212" cy="27137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1" dirty="0">
                <a:solidFill>
                  <a:schemeClr val="accent1"/>
                </a:solidFill>
              </a:rPr>
              <a:t>Our Values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9D182C9-834B-E682-89B4-9C8EC1033D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2381629"/>
              </p:ext>
            </p:extLst>
          </p:nvPr>
        </p:nvGraphicFramePr>
        <p:xfrm>
          <a:off x="3293805" y="78658"/>
          <a:ext cx="8819537" cy="6695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26690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2822">
        <p15:prstTrans prst="pageCurlDouble"/>
      </p:transition>
    </mc:Choice>
    <mc:Fallback>
      <p:transition spd="slow" advTm="282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13429D7D-2484-45E1-B438-19ACAE8CD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02D19993-B3BA-4C7B-BEB1-8BE084822F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31FC6E57-9A89-44F0-8B59-3E426184B0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883FA48-E7E7-4814-AA9A-51FE869B1F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5BCD94EE-BDA5-4C19-B647-63426F9F9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8574DA21-3561-40EE-84C3-7AE16B0A8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90B2EBBA-3792-438A-878A-4F2B922AE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A86FDEF-ED27-B81E-4893-51EA0DC18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868" y="43177"/>
            <a:ext cx="5408102" cy="8713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Our Logo and Jersey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B66B479-540D-A8D3-C9D3-8CF438CEC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311" y="957737"/>
            <a:ext cx="6206750" cy="28866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/>
            <a:r>
              <a:rPr lang="en-US" sz="2400" dirty="0"/>
              <a:t> Our logo is inspired by a mythical bird known as </a:t>
            </a:r>
            <a:r>
              <a:rPr lang="en-US" sz="2400" b="1" dirty="0"/>
              <a:t>the phoenix.</a:t>
            </a:r>
            <a:r>
              <a:rPr lang="en-US" sz="2400" dirty="0"/>
              <a:t> It is a mythological immortal bird associated with the sun, known for rising from its own ashes after dying in a fiery self-immolation, symbolizing rebirth, immortality, and resilience.</a:t>
            </a:r>
          </a:p>
        </p:txBody>
      </p:sp>
      <p:pic>
        <p:nvPicPr>
          <p:cNvPr id="6" name="Content Placeholder 5" descr="A fire bird with wings in the center of a circle&#10;&#10;AI-generated content may be incorrect.">
            <a:extLst>
              <a:ext uri="{FF2B5EF4-FFF2-40B4-BE49-F238E27FC236}">
                <a16:creationId xmlns:a16="http://schemas.microsoft.com/office/drawing/2014/main" id="{86DEE626-D06F-9DC0-EE0B-D0F66962A9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897" r="-1" b="24776"/>
          <a:stretch>
            <a:fillRect/>
          </a:stretch>
        </p:blipFill>
        <p:spPr>
          <a:xfrm>
            <a:off x="7893466" y="534420"/>
            <a:ext cx="3950079" cy="222493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8" name="Content Placeholder 7" descr="A red and yellow jersey with a bird on it&#10;&#10;AI-generated content may be incorrect.">
            <a:extLst>
              <a:ext uri="{FF2B5EF4-FFF2-40B4-BE49-F238E27FC236}">
                <a16:creationId xmlns:a16="http://schemas.microsoft.com/office/drawing/2014/main" id="{2E7D5EEB-CD2A-F16E-7497-2AE88E8D04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93" r="9776" b="-1"/>
          <a:stretch>
            <a:fillRect/>
          </a:stretch>
        </p:blipFill>
        <p:spPr>
          <a:xfrm>
            <a:off x="8002212" y="3296181"/>
            <a:ext cx="3732588" cy="338840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B3B2E48E-65C5-2376-6235-B8F45FF4E50E}"/>
              </a:ext>
            </a:extLst>
          </p:cNvPr>
          <p:cNvSpPr txBox="1">
            <a:spLocks/>
          </p:cNvSpPr>
          <p:nvPr/>
        </p:nvSpPr>
        <p:spPr>
          <a:xfrm>
            <a:off x="1570221" y="3844413"/>
            <a:ext cx="5747778" cy="22249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2400" dirty="0"/>
              <a:t> Our jersey showcases our sponsors on the chest with our team's name and logo. Whereas on back we have team member name with lucky number.</a:t>
            </a:r>
          </a:p>
        </p:txBody>
      </p:sp>
    </p:spTree>
    <p:extLst>
      <p:ext uri="{BB962C8B-B14F-4D97-AF65-F5344CB8AC3E}">
        <p14:creationId xmlns:p14="http://schemas.microsoft.com/office/powerpoint/2010/main" val="22869042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2989">
        <p15:prstTrans prst="pageCurlDouble"/>
      </p:transition>
    </mc:Choice>
    <mc:Fallback>
      <p:transition spd="slow" advTm="1298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build="p"/>
      <p:bldP spid="10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EA4B3-CD1F-1299-AE86-3C75ECE94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290" y="137653"/>
            <a:ext cx="6460153" cy="678426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About Our Sponsors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F2D810A-8B37-814B-0A40-145F4902AC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dirty="0"/>
              <a:t>STEMplify offers age-appropriate globally recognized engaging STEM programs curated in Kits, Learn &amp; Compete patterns. The programs are delivered through a combination of in-school trainers &amp; online platforms.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D17B8-DF97-2CAC-81DD-88DEDE7BE3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A hands-on STEM program centered on designing, learning the concepts, assembling, and flying drones. It fosters skills in STEM, igniting curiosity and exploration in the world of drones.</a:t>
            </a:r>
          </a:p>
        </p:txBody>
      </p:sp>
      <p:pic>
        <p:nvPicPr>
          <p:cNvPr id="1028" name="Picture 4" descr="STEMplify">
            <a:extLst>
              <a:ext uri="{FF2B5EF4-FFF2-40B4-BE49-F238E27FC236}">
                <a16:creationId xmlns:a16="http://schemas.microsoft.com/office/drawing/2014/main" id="{0B067284-F535-A3F1-4CE5-B30587740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61" y="1480338"/>
            <a:ext cx="4984955" cy="104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384963C-9F8E-130B-4FAA-620962EA3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345" y="1480338"/>
            <a:ext cx="4045436" cy="118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111357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9375">
        <p15:prstTrans prst="pageCurlDouble"/>
      </p:transition>
    </mc:Choice>
    <mc:Fallback>
      <p:transition spd="slow" advTm="937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3114B0-4D0E-732A-2205-C6B13A072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1BE13223-D3D1-42C5-B4C3-6ECA53585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3A891607-F768-41F9-A2E9-BB38370DE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DFFDBE37-1DFE-4594-9095-CF67C8A11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17ED4D4-301C-4B04-A0BA-3E375BF76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D638DC08-E258-4B63-8732-1347A7250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703EEC3E-6C68-4D71-8D2F-9EF6065C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A25FF1C4-BA3B-45E8-907B-A362C65A7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232905-770F-B658-5ABA-9D7B508B0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2" y="0"/>
            <a:ext cx="5576478" cy="130899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What Is Aerodynamics?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88E03A9-389A-AA9D-D630-05B15E158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2947" y="1407318"/>
            <a:ext cx="4679419" cy="46001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/>
              <a:t>Aerodynamics is the way objects move through air. The rules of aerodynamics explain how an airplane is able to fly.</a:t>
            </a:r>
          </a:p>
          <a:p>
            <a:r>
              <a:rPr lang="en-US" sz="2400" dirty="0"/>
              <a:t>Anything that moves through air is affected by aerodynamics, from a rocket blasting off, to a kite flying.</a:t>
            </a:r>
          </a:p>
          <a:p>
            <a:r>
              <a:rPr lang="en-US" sz="2400" dirty="0"/>
              <a:t>Since they are surrounded by air, even cars are affected by aerodynamics.</a:t>
            </a:r>
          </a:p>
        </p:txBody>
      </p:sp>
      <p:pic>
        <p:nvPicPr>
          <p:cNvPr id="18" name="Graphic 17" descr="Arrivals">
            <a:extLst>
              <a:ext uri="{FF2B5EF4-FFF2-40B4-BE49-F238E27FC236}">
                <a16:creationId xmlns:a16="http://schemas.microsoft.com/office/drawing/2014/main" id="{5A35A628-B2C1-5F33-2665-002923014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8113" y="954460"/>
            <a:ext cx="5053050" cy="505305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562539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589">
        <p15:prstTrans prst="pageCurlDouble"/>
      </p:transition>
    </mc:Choice>
    <mc:Fallback>
      <p:transition spd="slow" advTm="158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7CEF6B-6354-C414-CC59-2C632B57A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1BE13223-D3D1-42C5-B4C3-6ECA53585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59" name="Freeform 6">
              <a:extLst>
                <a:ext uri="{FF2B5EF4-FFF2-40B4-BE49-F238E27FC236}">
                  <a16:creationId xmlns:a16="http://schemas.microsoft.com/office/drawing/2014/main" id="{3A891607-F768-41F9-A2E9-BB38370DE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7">
              <a:extLst>
                <a:ext uri="{FF2B5EF4-FFF2-40B4-BE49-F238E27FC236}">
                  <a16:creationId xmlns:a16="http://schemas.microsoft.com/office/drawing/2014/main" id="{DFFDBE37-1DFE-4594-9095-CF67C8A11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8">
              <a:extLst>
                <a:ext uri="{FF2B5EF4-FFF2-40B4-BE49-F238E27FC236}">
                  <a16:creationId xmlns:a16="http://schemas.microsoft.com/office/drawing/2014/main" id="{F17ED4D4-301C-4B04-A0BA-3E375BF76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9">
              <a:extLst>
                <a:ext uri="{FF2B5EF4-FFF2-40B4-BE49-F238E27FC236}">
                  <a16:creationId xmlns:a16="http://schemas.microsoft.com/office/drawing/2014/main" id="{D638DC08-E258-4B63-8732-1347A7250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10">
              <a:extLst>
                <a:ext uri="{FF2B5EF4-FFF2-40B4-BE49-F238E27FC236}">
                  <a16:creationId xmlns:a16="http://schemas.microsoft.com/office/drawing/2014/main" id="{703EEC3E-6C68-4D71-8D2F-9EF6065C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11">
              <a:extLst>
                <a:ext uri="{FF2B5EF4-FFF2-40B4-BE49-F238E27FC236}">
                  <a16:creationId xmlns:a16="http://schemas.microsoft.com/office/drawing/2014/main" id="{A25FF1C4-BA3B-45E8-907B-A362C65A7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9153D4D-7A30-CFBD-664A-068A475F5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95864"/>
            <a:ext cx="7354888" cy="104237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What Are the Four Forces of Flight?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CA3A1E4-F9A1-C707-7DD7-B572E5A27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5814" y="1789076"/>
            <a:ext cx="4224358" cy="476751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/>
              <a:t>The four forces of flight are lift, weight, thrust and drag.</a:t>
            </a:r>
          </a:p>
          <a:p>
            <a:r>
              <a:rPr lang="en-US" sz="2400" dirty="0"/>
              <a:t>These forces make an object move up and down, and faster or slower.</a:t>
            </a:r>
          </a:p>
          <a:p>
            <a:r>
              <a:rPr lang="en-US" sz="2400" dirty="0"/>
              <a:t>The amount of each force compared to its opposing force determines how an object moves through the air.</a:t>
            </a:r>
          </a:p>
        </p:txBody>
      </p:sp>
      <p:pic>
        <p:nvPicPr>
          <p:cNvPr id="7" name="Picture 6" descr="A cartoon of an airplane&#10;&#10;AI-generated content may be incorrect.">
            <a:extLst>
              <a:ext uri="{FF2B5EF4-FFF2-40B4-BE49-F238E27FC236}">
                <a16:creationId xmlns:a16="http://schemas.microsoft.com/office/drawing/2014/main" id="{44A1BFE9-B070-3D56-2F69-4F3FED3BD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198" y="1789076"/>
            <a:ext cx="6240990" cy="380700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7306290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3834">
        <p15:prstTrans prst="pageCurlDouble"/>
      </p:transition>
    </mc:Choice>
    <mc:Fallback>
      <p:transition spd="slow" advTm="383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9A738-D8B6-EEA4-D6FC-ED0ADAD17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Handshake">
            <a:extLst>
              <a:ext uri="{FF2B5EF4-FFF2-40B4-BE49-F238E27FC236}">
                <a16:creationId xmlns:a16="http://schemas.microsoft.com/office/drawing/2014/main" id="{F17046DD-7B61-3466-6163-ADFE86853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7310" y="939338"/>
            <a:ext cx="3341190" cy="334119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70BC0D6-16DB-AAA3-33F2-BB13F650D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782" y="3356264"/>
            <a:ext cx="4530436" cy="1583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3238772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2310">
        <p15:prstTrans prst="pageCurlDouble"/>
      </p:transition>
    </mc:Choice>
    <mc:Fallback>
      <p:transition spd="slow" advTm="231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8|2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29374dd-2437-4816-8d63-bf9cc1b578e5}" enabled="1" method="Privileged" siteId="{39b03722-b836-496a-85ec-850f0957ca6b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41</TotalTime>
  <Words>299</Words>
  <Application>Microsoft Office PowerPoint</Application>
  <PresentationFormat>Widescreen</PresentationFormat>
  <Paragraphs>34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Corbel</vt:lpstr>
      <vt:lpstr>Parallax</vt:lpstr>
      <vt:lpstr>PHOENIX WARRIORS</vt:lpstr>
      <vt:lpstr>Team Members</vt:lpstr>
      <vt:lpstr>Our Values</vt:lpstr>
      <vt:lpstr>Our Logo and Jersey</vt:lpstr>
      <vt:lpstr>About Our Sponsors</vt:lpstr>
      <vt:lpstr>What Is Aerodynamics?</vt:lpstr>
      <vt:lpstr>What Are the Four Forces of Flight?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Dipak Askand</dc:creator>
  <cp:lastModifiedBy>Dipak Askand</cp:lastModifiedBy>
  <cp:revision>36</cp:revision>
  <dcterms:created xsi:type="dcterms:W3CDTF">2025-09-27T15:39:48Z</dcterms:created>
  <dcterms:modified xsi:type="dcterms:W3CDTF">2025-09-27T17:58:54Z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Parallax:15</vt:lpwstr>
  </property>
  <property fmtid="{D5CDD505-2E9C-101B-9397-08002B2CF9AE}" pid="3" name="ClassificationContentMarkingFooterText">
    <vt:lpwstr>Public</vt:lpwstr>
  </property>
</Properties>
</file>